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70" r:id="rId11"/>
    <p:sldId id="27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724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7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698480" cy="10058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AI FAQ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14600"/>
            <a:ext cx="9875520" cy="640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200"/>
              </a:spcAft>
              <a:defRPr sz="2600" b="0">
                <a:solidFill>
                  <a:srgbClr val="CDE7F9"/>
                </a:solidFill>
                <a:latin typeface="Aptos"/>
              </a:defRPr>
            </a:pPr>
            <a:r>
              <a:t>Smart Answers for Common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0" y="3246120"/>
            <a:ext cx="1554480" cy="1234440"/>
          </a:xfrm>
          <a:prstGeom prst="roundRect">
            <a:avLst/>
          </a:prstGeom>
          <a:solidFill>
            <a:srgbClr val="0070C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72600" y="361188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058400" y="361188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87000" y="2651760"/>
            <a:ext cx="777240" cy="777240"/>
          </a:xfrm>
          <a:prstGeom prst="ellipse">
            <a:avLst/>
          </a:prstGeom>
          <a:solidFill>
            <a:srgbClr val="00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79024" y="2761488"/>
            <a:ext cx="3657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1200"/>
              </a:spcAft>
              <a:defRPr sz="25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E7D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t>•  FAQ means Frequently Asked Questions.</a:t>
            </a:r>
          </a:p>
          <a:p>
            <a:pPr>
              <a:spcAft>
                <a:spcPts val="18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t>•  An AI FAQ Assistant answers common user questions automatically.</a:t>
            </a:r>
          </a:p>
          <a:p>
            <a:pPr>
              <a:spcAft>
                <a:spcPts val="18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t>•  It uses Natural Language Processing (NLP) to understand the question.</a:t>
            </a:r>
          </a:p>
          <a:p>
            <a:pPr>
              <a:spcAft>
                <a:spcPts val="18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t>•  The system searches an FAQ knowledge base and returns a relevant answer.</a:t>
            </a:r>
          </a:p>
          <a:p>
            <a:pPr>
              <a:spcAft>
                <a:spcPts val="18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t>•  It can provide quick support at any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E7D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Users may spend time searching long FAQ pages.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Manual support teams receive the same questions repeatedly.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Basic keyword-based FAQ systems may fail when wording changes.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A simple automated assistant can make information easier to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E7D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Build a user-friendly AI-based FAQ assistant.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Accept questions written in natural language.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Find and display a suitable answer from stored FAQs.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Reduce repetitive manual support work.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Make the system easy to update with new questions and answers.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4.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E7D"/>
                </a:solidFill>
              </a:defRPr>
            </a:pPr>
            <a: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A6B4"/>
                </a:solidFill>
              </a:defRPr>
            </a:pPr>
            <a:r>
              <a:t>1</a:t>
            </a:r>
          </a:p>
          <a:p>
            <a:pPr algn="ctr">
              <a:defRPr sz="1500">
                <a:solidFill>
                  <a:srgbClr val="233041"/>
                </a:solidFill>
              </a:defRPr>
            </a:pPr>
            <a:r>
              <a:t>User asks</a:t>
            </a:r>
            <a:br/>
            <a:r>
              <a:t>a question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59152" y="2651760"/>
            <a:ext cx="438912" cy="411480"/>
          </a:xfrm>
          <a:prstGeom prst="rightArrow">
            <a:avLst/>
          </a:prstGeom>
          <a:solidFill>
            <a:srgbClr val="00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34640" y="224028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A6B4"/>
                </a:solidFill>
              </a:defRPr>
            </a:pPr>
            <a:r>
              <a:t>2</a:t>
            </a:r>
          </a:p>
          <a:p>
            <a:pPr algn="ctr">
              <a:defRPr sz="1500">
                <a:solidFill>
                  <a:srgbClr val="233041"/>
                </a:solidFill>
              </a:defRPr>
            </a:pPr>
            <a:r>
              <a:t>Text is</a:t>
            </a:r>
            <a:br/>
            <a:r>
              <a:t>processed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90872" y="2651760"/>
            <a:ext cx="438912" cy="411480"/>
          </a:xfrm>
          <a:prstGeom prst="rightArrow">
            <a:avLst/>
          </a:prstGeom>
          <a:solidFill>
            <a:srgbClr val="00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6360" y="224028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A6B4"/>
                </a:solidFill>
              </a:defRPr>
            </a:pPr>
            <a:r>
              <a:t>3</a:t>
            </a:r>
          </a:p>
          <a:p>
            <a:pPr algn="ctr">
              <a:defRPr sz="1500">
                <a:solidFill>
                  <a:srgbClr val="233041"/>
                </a:solidFill>
              </a:defRPr>
            </a:pPr>
            <a:r>
              <a:t>FAQ data is</a:t>
            </a:r>
            <a:br/>
            <a:r>
              <a:t>searched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22592" y="2651760"/>
            <a:ext cx="438912" cy="411480"/>
          </a:xfrm>
          <a:prstGeom prst="rightArrow">
            <a:avLst/>
          </a:prstGeom>
          <a:solidFill>
            <a:srgbClr val="00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98079" y="224028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A6B4"/>
                </a:solidFill>
              </a:defRPr>
            </a:pPr>
            <a:r>
              <a:t>4</a:t>
            </a:r>
          </a:p>
          <a:p>
            <a:pPr algn="ctr">
              <a:defRPr sz="1500">
                <a:solidFill>
                  <a:srgbClr val="233041"/>
                </a:solidFill>
              </a:defRPr>
            </a:pPr>
            <a:r>
              <a:t>Best match</a:t>
            </a:r>
            <a:br/>
            <a:r>
              <a:t>is selected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4311" y="2651760"/>
            <a:ext cx="438912" cy="411480"/>
          </a:xfrm>
          <a:prstGeom prst="rightArrow">
            <a:avLst/>
          </a:prstGeom>
          <a:solidFill>
            <a:srgbClr val="00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829800" y="2240280"/>
            <a:ext cx="18288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A6B4"/>
                </a:solidFill>
              </a:defRPr>
            </a:pPr>
            <a:r>
              <a:t>5</a:t>
            </a:r>
          </a:p>
          <a:p>
            <a:pPr algn="ctr">
              <a:defRPr sz="1500">
                <a:solidFill>
                  <a:srgbClr val="233041"/>
                </a:solidFill>
              </a:defRPr>
            </a:pPr>
            <a:r>
              <a:t>Answer is</a:t>
            </a:r>
            <a:br/>
            <a:r>
              <a:t>shown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1024128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D3769"/>
                </a:solidFill>
                <a:latin typeface="Aptos"/>
              </a:defRPr>
            </a:pPr>
            <a:r>
              <a:t>Question → Processing → FAQ Matching → Answer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5. Main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E7D"/>
                </a:solidFill>
              </a:defRPr>
            </a:pPr>
            <a: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70C0"/>
                </a:solidFill>
                <a:latin typeface="Aptos Display"/>
              </a:defRPr>
            </a:pPr>
            <a:r>
              <a:t>1. User Interface</a:t>
            </a:r>
          </a:p>
          <a:p>
            <a:pPr>
              <a:defRPr sz="1600">
                <a:solidFill>
                  <a:srgbClr val="233041"/>
                </a:solidFill>
                <a:latin typeface="Aptos"/>
              </a:defRPr>
            </a:pPr>
            <a:r>
              <a:t>Accepts the question and displays the answer.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A6B4"/>
                </a:solidFill>
                <a:latin typeface="Aptos Display"/>
              </a:defRPr>
            </a:pPr>
            <a:r>
              <a:t>2. NLP Processing</a:t>
            </a:r>
          </a:p>
          <a:p>
            <a:pPr>
              <a:defRPr sz="1600">
                <a:solidFill>
                  <a:srgbClr val="233041"/>
                </a:solidFill>
                <a:latin typeface="Aptos"/>
              </a:defRPr>
            </a:pPr>
            <a:r>
              <a:t>Cleans and analyses the question 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6576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70C0"/>
                </a:solidFill>
                <a:latin typeface="Aptos Display"/>
              </a:defRPr>
            </a:pPr>
            <a:r>
              <a:t>3. FAQ Knowledge Base</a:t>
            </a:r>
          </a:p>
          <a:p>
            <a:pPr>
              <a:defRPr sz="1600">
                <a:solidFill>
                  <a:srgbClr val="233041"/>
                </a:solidFill>
                <a:latin typeface="Aptos"/>
              </a:defRPr>
            </a:pPr>
            <a:r>
              <a:t>Stores frequently asked questions and answers.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65760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A6B4"/>
                </a:solidFill>
                <a:latin typeface="Aptos Display"/>
              </a:defRPr>
            </a:pPr>
            <a:r>
              <a:t>4. Answer Matching</a:t>
            </a:r>
          </a:p>
          <a:p>
            <a:pPr>
              <a:defRPr sz="1600">
                <a:solidFill>
                  <a:srgbClr val="233041"/>
                </a:solidFill>
                <a:latin typeface="Aptos"/>
              </a:defRPr>
            </a:pPr>
            <a:r>
              <a:t>Finds the closest matching FAQ and returns its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6.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E7D"/>
                </a:solidFill>
              </a:defRPr>
            </a:pPr>
            <a: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70C0"/>
                </a:solidFill>
                <a:latin typeface="Aptos Display"/>
              </a:defRPr>
            </a:pPr>
            <a:r>
              <a:t>Frontend</a:t>
            </a:r>
          </a:p>
          <a:p>
            <a:pPr>
              <a:defRPr sz="1600">
                <a:solidFill>
                  <a:srgbClr val="233041"/>
                </a:solidFill>
                <a:latin typeface="Aptos"/>
              </a:defRPr>
            </a:pPr>
            <a:r>
              <a:t>HTML, CSS, JavaScript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A6B4"/>
                </a:solidFill>
                <a:latin typeface="Aptos Display"/>
              </a:defRPr>
            </a:pPr>
            <a:r>
              <a:t>Backend</a:t>
            </a:r>
          </a:p>
          <a:p>
            <a:pPr>
              <a:defRPr sz="1600">
                <a:solidFill>
                  <a:srgbClr val="233041"/>
                </a:solidFill>
                <a:latin typeface="Aptos"/>
              </a:defRPr>
            </a:pPr>
            <a:r>
              <a:t>Python with Flask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371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70C0"/>
                </a:solidFill>
                <a:latin typeface="Aptos Display"/>
              </a:defRPr>
            </a:pPr>
            <a:r>
              <a:t>Database</a:t>
            </a:r>
          </a:p>
          <a:p>
            <a:pPr>
              <a:defRPr sz="1600">
                <a:solidFill>
                  <a:srgbClr val="233041"/>
                </a:solidFill>
                <a:latin typeface="Aptos"/>
              </a:defRPr>
            </a:pPr>
            <a:r>
              <a:t>SQLite / JSON FAQ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657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A6B4"/>
                </a:solidFill>
                <a:latin typeface="Aptos Display"/>
              </a:defRPr>
            </a:pPr>
            <a:r>
              <a:t>NLP</a:t>
            </a:r>
          </a:p>
          <a:p>
            <a:pPr>
              <a:defRPr sz="1600">
                <a:solidFill>
                  <a:srgbClr val="233041"/>
                </a:solidFill>
                <a:latin typeface="Aptos"/>
              </a:defRPr>
            </a:pPr>
            <a:r>
              <a:t>NLTK or text matching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657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70C0"/>
                </a:solidFill>
                <a:latin typeface="Aptos Display"/>
              </a:defRPr>
            </a:pPr>
            <a:r>
              <a:t>Development</a:t>
            </a:r>
          </a:p>
          <a:p>
            <a:pPr>
              <a:defRPr sz="1600">
                <a:solidFill>
                  <a:srgbClr val="233041"/>
                </a:solidFill>
                <a:latin typeface="Aptos"/>
              </a:defRPr>
            </a:pPr>
            <a:r>
              <a:t>VS Code / PyCharm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365760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DE0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37160" rIns="182880" rtlCol="0" anchor="ctr"/>
          <a:lstStyle/>
          <a:p>
            <a:pPr algn="ctr">
              <a:spcAft>
                <a:spcPts val="1000"/>
              </a:spcAft>
              <a:defRPr sz="2000" b="1">
                <a:solidFill>
                  <a:srgbClr val="0070C0"/>
                </a:solidFill>
                <a:latin typeface="Aptos Display"/>
              </a:defRPr>
            </a:pPr>
            <a:r>
              <a:t>Platform</a:t>
            </a:r>
          </a:p>
          <a:p>
            <a:pPr>
              <a:defRPr sz="1600">
                <a:solidFill>
                  <a:srgbClr val="233041"/>
                </a:solidFill>
                <a:latin typeface="Aptos"/>
              </a:defRPr>
            </a:pPr>
            <a:r>
              <a:t>Web browser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7.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E7D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t>•  Natural-language question input.</a:t>
            </a:r>
          </a:p>
          <a:p>
            <a:pPr>
              <a:spcAft>
                <a:spcPts val="18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t>•  Fast automated answers for common queries.</a:t>
            </a:r>
          </a:p>
          <a:p>
            <a:pPr>
              <a:spcAft>
                <a:spcPts val="18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t>•  Searchable FAQ knowledge base.</a:t>
            </a:r>
          </a:p>
          <a:p>
            <a:pPr>
              <a:spcAft>
                <a:spcPts val="18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t>•  Simple and responsive web interface.</a:t>
            </a:r>
          </a:p>
          <a:p>
            <a:pPr>
              <a:spcAft>
                <a:spcPts val="18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t>•  Fallback message when no answer is found.</a:t>
            </a:r>
          </a:p>
          <a:p>
            <a:pPr>
              <a:spcAft>
                <a:spcPts val="1800"/>
              </a:spcAft>
              <a:defRPr sz="2100">
                <a:solidFill>
                  <a:srgbClr val="233041"/>
                </a:solidFill>
                <a:latin typeface="Aptos"/>
              </a:defRPr>
            </a:pPr>
            <a:r>
              <a:t>•  FAQs can be expanded as requirements grow.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lang="en-US" dirty="0" smtClean="0"/>
              <a:t>8</a:t>
            </a:r>
            <a:r>
              <a:rPr smtClean="0"/>
              <a:t>. </a:t>
            </a:r>
            <a:r>
              <a:t>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E7D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Saves time by answering repeated questions.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Provides consistent information to users.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Reduces the workload of support staff.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Makes information available through a simple interface.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Can be updated without redesigning the whole application.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D37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11480" rtlCol="0" anchor="ctr"/>
          <a:lstStyle/>
          <a:p>
            <a:pPr algn="ctr"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rPr lang="en-US" dirty="0" smtClean="0"/>
              <a:t>9</a:t>
            </a:r>
            <a:r>
              <a:rPr smtClean="0"/>
              <a:t>. </a:t>
            </a: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84280" y="6473952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6E7D"/>
                </a:solidFill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75488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The AI FAQ Assistant helps users find answers quickly.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It combines a simple interface, text processing, and an FAQ database.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It can reduce repeated manual support tasks.</a:t>
            </a:r>
          </a:p>
          <a:p>
            <a:pPr>
              <a:spcAft>
                <a:spcPts val="1800"/>
              </a:spcAft>
              <a:defRPr sz="2200">
                <a:solidFill>
                  <a:srgbClr val="233041"/>
                </a:solidFill>
                <a:latin typeface="Aptos"/>
              </a:defRPr>
            </a:pPr>
            <a:r>
              <a:t>•  The project can be improved with advanced NLP and more FAQ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37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12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32720" cy="548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1200"/>
              </a:spcAft>
              <a:defRPr sz="2700" b="0">
                <a:solidFill>
                  <a:srgbClr val="CDE7F9"/>
                </a:solidFill>
                <a:latin typeface="Aptos"/>
              </a:defRPr>
            </a:pPr>
            <a:r>
              <a:t>Any Questions?</a:t>
            </a:r>
          </a:p>
        </p:txBody>
      </p:sp>
      <p:sp>
        <p:nvSpPr>
          <p:cNvPr id="4" name="Oval 3"/>
          <p:cNvSpPr/>
          <p:nvPr/>
        </p:nvSpPr>
        <p:spPr>
          <a:xfrm>
            <a:off x="5440680" y="3886200"/>
            <a:ext cx="1188720" cy="914400"/>
          </a:xfrm>
          <a:prstGeom prst="ellipse">
            <a:avLst/>
          </a:prstGeom>
          <a:solidFill>
            <a:srgbClr val="00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33288" y="3995928"/>
            <a:ext cx="5943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spcAft>
                <a:spcPts val="12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440</Words>
  <Application>Microsoft Macintosh PowerPoint</Application>
  <PresentationFormat>Custom</PresentationFormat>
  <Paragraphs>84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Tamilslvan G Tamil</dc:creator>
  <dc:description>generated using python-pptx</dc:description>
  <cp:lastModifiedBy>Tamilslvan G Tamil</cp:lastModifiedBy>
  <cp:revision>3</cp:revision>
  <dcterms:created xsi:type="dcterms:W3CDTF">2013-01-27T09:14:16Z</dcterms:created>
  <dcterms:modified xsi:type="dcterms:W3CDTF">2026-09-27T14:41:47Z</dcterms:modified>
</cp:coreProperties>
</file>